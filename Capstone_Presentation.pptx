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4" r:id="rId10"/>
    <p:sldId id="266" r:id="rId11"/>
    <p:sldId id="263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uropa.eu/european-union/about-eu/countries_en#28members" TargetMode="External"/><Relationship Id="rId2" Type="http://schemas.openxmlformats.org/officeDocument/2006/relationships/hyperlink" Target="https://en.wikipedia.org/wiki/List_of_the_busiest_airports_in_Europ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33B21E-BDAC-4380-99DD-7964CD982F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Starting</a:t>
            </a:r>
            <a:r>
              <a:rPr lang="nb-NO" dirty="0"/>
              <a:t> a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</a:t>
            </a:r>
            <a:r>
              <a:rPr lang="nb-NO" dirty="0"/>
              <a:t> business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018D05C4-C20F-4E51-8135-0C9612991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Good locations </a:t>
            </a:r>
            <a:r>
              <a:rPr lang="nb-NO" dirty="0" err="1"/>
              <a:t>near</a:t>
            </a:r>
            <a:r>
              <a:rPr lang="nb-NO" dirty="0"/>
              <a:t> </a:t>
            </a:r>
            <a:r>
              <a:rPr lang="nb-NO" dirty="0" err="1"/>
              <a:t>larger</a:t>
            </a:r>
            <a:r>
              <a:rPr lang="nb-NO" dirty="0"/>
              <a:t> </a:t>
            </a:r>
            <a:r>
              <a:rPr lang="nb-NO" dirty="0" err="1"/>
              <a:t>european</a:t>
            </a:r>
            <a:r>
              <a:rPr lang="nb-NO" dirty="0"/>
              <a:t> airports</a:t>
            </a:r>
          </a:p>
        </p:txBody>
      </p:sp>
    </p:spTree>
    <p:extLst>
      <p:ext uri="{BB962C8B-B14F-4D97-AF65-F5344CB8AC3E}">
        <p14:creationId xmlns:p14="http://schemas.microsoft.com/office/powerpoint/2010/main" val="344083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FC8991-A531-4FAD-AA73-49F65A81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Airline</a:t>
            </a:r>
            <a:r>
              <a:rPr lang="nb-NO" dirty="0"/>
              <a:t> travel – </a:t>
            </a:r>
            <a:r>
              <a:rPr lang="nb-NO" dirty="0" err="1"/>
              <a:t>both</a:t>
            </a:r>
            <a:r>
              <a:rPr lang="nb-NO" dirty="0"/>
              <a:t> fast and </a:t>
            </a:r>
            <a:r>
              <a:rPr lang="nb-NO" dirty="0" err="1"/>
              <a:t>slow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ED2254E-6AE7-44C0-8271-360DE14F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People </a:t>
            </a:r>
            <a:r>
              <a:rPr lang="nb-NO" dirty="0" err="1"/>
              <a:t>often</a:t>
            </a:r>
            <a:r>
              <a:rPr lang="nb-NO" dirty="0"/>
              <a:t> have to </a:t>
            </a:r>
            <a:r>
              <a:rPr lang="nb-NO" dirty="0" err="1"/>
              <a:t>wait</a:t>
            </a:r>
            <a:r>
              <a:rPr lang="nb-NO" dirty="0"/>
              <a:t> for </a:t>
            </a:r>
            <a:r>
              <a:rPr lang="nb-NO" dirty="0" err="1"/>
              <a:t>hours</a:t>
            </a:r>
            <a:r>
              <a:rPr lang="nb-NO" dirty="0"/>
              <a:t>, and it </a:t>
            </a:r>
            <a:r>
              <a:rPr lang="nb-NO" dirty="0" err="1"/>
              <a:t>may</a:t>
            </a:r>
            <a:r>
              <a:rPr lang="nb-NO" dirty="0"/>
              <a:t> be boring to travel to </a:t>
            </a:r>
            <a:r>
              <a:rPr lang="nb-NO" dirty="0" err="1"/>
              <a:t>the</a:t>
            </a:r>
            <a:r>
              <a:rPr lang="nb-NO" dirty="0"/>
              <a:t> airport</a:t>
            </a:r>
          </a:p>
          <a:p>
            <a:r>
              <a:rPr lang="nb-NO" dirty="0"/>
              <a:t>With 1.6  billion </a:t>
            </a:r>
            <a:r>
              <a:rPr lang="nb-NO" dirty="0" err="1"/>
              <a:t>passengers</a:t>
            </a:r>
            <a:r>
              <a:rPr lang="nb-NO" dirty="0"/>
              <a:t> </a:t>
            </a:r>
            <a:r>
              <a:rPr lang="nb-NO" dirty="0" err="1"/>
              <a:t>each</a:t>
            </a:r>
            <a:r>
              <a:rPr lang="nb-NO" dirty="0"/>
              <a:t> </a:t>
            </a:r>
            <a:r>
              <a:rPr lang="nb-NO" dirty="0" err="1"/>
              <a:t>year</a:t>
            </a:r>
            <a:r>
              <a:rPr lang="nb-NO" dirty="0"/>
              <a:t>, </a:t>
            </a:r>
            <a:r>
              <a:rPr lang="nb-NO" dirty="0" err="1"/>
              <a:t>much</a:t>
            </a:r>
            <a:r>
              <a:rPr lang="nb-NO" dirty="0"/>
              <a:t> time is </a:t>
            </a:r>
            <a:r>
              <a:rPr lang="nb-NO" dirty="0" err="1"/>
              <a:t>wasted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larger</a:t>
            </a:r>
            <a:r>
              <a:rPr lang="nb-NO" dirty="0"/>
              <a:t> European airports</a:t>
            </a:r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think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offering</a:t>
            </a:r>
            <a:r>
              <a:rPr lang="nb-NO" dirty="0"/>
              <a:t>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rentals</a:t>
            </a:r>
            <a:r>
              <a:rPr lang="nb-NO" dirty="0"/>
              <a:t> </a:t>
            </a:r>
            <a:r>
              <a:rPr lang="nb-NO" dirty="0" err="1"/>
              <a:t>near</a:t>
            </a:r>
            <a:r>
              <a:rPr lang="nb-NO" dirty="0"/>
              <a:t> airports </a:t>
            </a:r>
            <a:r>
              <a:rPr lang="nb-NO" dirty="0" err="1"/>
              <a:t>may</a:t>
            </a:r>
            <a:r>
              <a:rPr lang="nb-NO" dirty="0"/>
              <a:t> </a:t>
            </a:r>
            <a:r>
              <a:rPr lang="nb-NO" dirty="0" err="1"/>
              <a:t>give</a:t>
            </a:r>
            <a:r>
              <a:rPr lang="nb-NO" dirty="0"/>
              <a:t> a </a:t>
            </a:r>
            <a:r>
              <a:rPr lang="nb-NO" dirty="0" err="1"/>
              <a:t>better</a:t>
            </a:r>
            <a:r>
              <a:rPr lang="nb-NO" dirty="0"/>
              <a:t> </a:t>
            </a:r>
            <a:r>
              <a:rPr lang="nb-NO" dirty="0" err="1"/>
              <a:t>experience</a:t>
            </a:r>
            <a:r>
              <a:rPr lang="nb-NO" dirty="0"/>
              <a:t>, given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conditions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right</a:t>
            </a:r>
          </a:p>
          <a:p>
            <a:pPr lvl="1"/>
            <a:r>
              <a:rPr lang="nb-NO" dirty="0"/>
              <a:t>By </a:t>
            </a:r>
            <a:r>
              <a:rPr lang="nb-NO" dirty="0" err="1"/>
              <a:t>bikes</a:t>
            </a:r>
            <a:r>
              <a:rPr lang="nb-NO" dirty="0"/>
              <a:t>,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mean</a:t>
            </a:r>
            <a:r>
              <a:rPr lang="nb-NO" dirty="0"/>
              <a:t> e-</a:t>
            </a:r>
            <a:r>
              <a:rPr lang="nb-NO" dirty="0" err="1"/>
              <a:t>bikes</a:t>
            </a:r>
            <a:r>
              <a:rPr lang="nb-NO" dirty="0"/>
              <a:t>, e-scooters and </a:t>
            </a:r>
            <a:r>
              <a:rPr lang="nb-NO" dirty="0" err="1"/>
              <a:t>traditional</a:t>
            </a:r>
            <a:r>
              <a:rPr lang="nb-NO" dirty="0"/>
              <a:t> </a:t>
            </a:r>
            <a:r>
              <a:rPr lang="nb-NO" dirty="0" err="1"/>
              <a:t>bikes</a:t>
            </a:r>
            <a:endParaRPr lang="nb-NO" dirty="0"/>
          </a:p>
          <a:p>
            <a:r>
              <a:rPr lang="nb-NO" dirty="0"/>
              <a:t>Are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many</a:t>
            </a:r>
            <a:r>
              <a:rPr lang="nb-NO" dirty="0"/>
              <a:t> European airports </a:t>
            </a:r>
            <a:r>
              <a:rPr lang="nb-NO" dirty="0" err="1"/>
              <a:t>where</a:t>
            </a:r>
            <a:r>
              <a:rPr lang="nb-NO" dirty="0"/>
              <a:t> a </a:t>
            </a:r>
            <a:r>
              <a:rPr lang="nb-NO" dirty="0" err="1"/>
              <a:t>new</a:t>
            </a:r>
            <a:r>
              <a:rPr lang="nb-NO" dirty="0"/>
              <a:t>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</a:t>
            </a:r>
            <a:r>
              <a:rPr lang="nb-NO" dirty="0"/>
              <a:t> business </a:t>
            </a:r>
            <a:r>
              <a:rPr lang="nb-NO" dirty="0" err="1"/>
              <a:t>could</a:t>
            </a:r>
            <a:r>
              <a:rPr lang="nb-NO" dirty="0"/>
              <a:t> be </a:t>
            </a:r>
            <a:r>
              <a:rPr lang="nb-NO" dirty="0" err="1"/>
              <a:t>viable</a:t>
            </a:r>
            <a:r>
              <a:rPr lang="nb-NO" dirty="0"/>
              <a:t>?</a:t>
            </a:r>
          </a:p>
          <a:p>
            <a:endParaRPr lang="nb-NO" dirty="0"/>
          </a:p>
        </p:txBody>
      </p:sp>
      <p:cxnSp>
        <p:nvCxnSpPr>
          <p:cNvPr id="5" name="Rett pilkobling 4">
            <a:extLst>
              <a:ext uri="{FF2B5EF4-FFF2-40B4-BE49-F238E27FC236}">
                <a16:creationId xmlns:a16="http://schemas.microsoft.com/office/drawing/2014/main" id="{861A40E0-E84E-4596-9710-09FA4E51493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298168" y="5980003"/>
            <a:ext cx="435605" cy="562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Sylinder 5">
            <a:extLst>
              <a:ext uri="{FF2B5EF4-FFF2-40B4-BE49-F238E27FC236}">
                <a16:creationId xmlns:a16="http://schemas.microsoft.com/office/drawing/2014/main" id="{BD1285C5-27FE-4AB0-AB1C-8F0E22A1C0F2}"/>
              </a:ext>
            </a:extLst>
          </p:cNvPr>
          <p:cNvSpPr txBox="1"/>
          <p:nvPr/>
        </p:nvSpPr>
        <p:spPr>
          <a:xfrm>
            <a:off x="1102936" y="5703004"/>
            <a:ext cx="2390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200" dirty="0" err="1"/>
              <a:t>Possible</a:t>
            </a:r>
            <a:r>
              <a:rPr lang="nb-NO" sz="1200" dirty="0"/>
              <a:t> </a:t>
            </a:r>
            <a:r>
              <a:rPr lang="nb-NO" sz="1200" dirty="0" err="1"/>
              <a:t>view</a:t>
            </a:r>
            <a:r>
              <a:rPr lang="nb-NO" sz="1200" dirty="0"/>
              <a:t> from </a:t>
            </a:r>
            <a:r>
              <a:rPr lang="nb-NO" sz="1200" dirty="0" err="1"/>
              <a:t>inside</a:t>
            </a:r>
            <a:r>
              <a:rPr lang="nb-NO" sz="1200" dirty="0"/>
              <a:t> airports…</a:t>
            </a:r>
          </a:p>
        </p:txBody>
      </p:sp>
    </p:spTree>
    <p:extLst>
      <p:ext uri="{BB962C8B-B14F-4D97-AF65-F5344CB8AC3E}">
        <p14:creationId xmlns:p14="http://schemas.microsoft.com/office/powerpoint/2010/main" val="83871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40425F5-44BE-4029-AB74-E5E765A7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Data </a:t>
            </a:r>
            <a:r>
              <a:rPr lang="nb-NO" dirty="0" err="1"/>
              <a:t>acquisition</a:t>
            </a:r>
            <a:r>
              <a:rPr lang="nb-NO" dirty="0"/>
              <a:t> and </a:t>
            </a:r>
            <a:r>
              <a:rPr lang="nb-NO" dirty="0" err="1"/>
              <a:t>cleaning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626BB09-0BC0-4B34-A42F-BB1A0B80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Data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larger</a:t>
            </a:r>
            <a:r>
              <a:rPr lang="nb-NO" dirty="0"/>
              <a:t> European airports </a:t>
            </a:r>
            <a:r>
              <a:rPr lang="nb-NO" dirty="0" err="1"/>
              <a:t>were</a:t>
            </a:r>
            <a:r>
              <a:rPr lang="nb-NO" dirty="0"/>
              <a:t> </a:t>
            </a:r>
            <a:r>
              <a:rPr lang="nb-NO" dirty="0" err="1"/>
              <a:t>scraped</a:t>
            </a:r>
            <a:r>
              <a:rPr lang="nb-NO" dirty="0"/>
              <a:t> from Wikipedia, and </a:t>
            </a:r>
            <a:r>
              <a:rPr lang="nb-NO" dirty="0" err="1"/>
              <a:t>cleaned</a:t>
            </a:r>
            <a:endParaRPr lang="nb-NO" dirty="0"/>
          </a:p>
          <a:p>
            <a:pPr lvl="1"/>
            <a:r>
              <a:rPr lang="nb-NO" dirty="0">
                <a:hlinkClick r:id="rId2"/>
              </a:rPr>
              <a:t>https://en.wikipedia.org/wiki/List_of_the_busiest_airports_in_Europe</a:t>
            </a:r>
            <a:endParaRPr lang="nb-NO" dirty="0"/>
          </a:p>
          <a:p>
            <a:pPr lvl="1"/>
            <a:r>
              <a:rPr lang="nb-NO" dirty="0"/>
              <a:t>A </a:t>
            </a:r>
            <a:r>
              <a:rPr lang="nb-NO" dirty="0" err="1"/>
              <a:t>few</a:t>
            </a:r>
            <a:r>
              <a:rPr lang="nb-NO" dirty="0"/>
              <a:t> airports </a:t>
            </a:r>
            <a:r>
              <a:rPr lang="nb-NO" dirty="0" err="1"/>
              <a:t>were</a:t>
            </a:r>
            <a:r>
              <a:rPr lang="nb-NO" dirty="0"/>
              <a:t> </a:t>
            </a:r>
            <a:r>
              <a:rPr lang="nb-NO" dirty="0" err="1"/>
              <a:t>dropped</a:t>
            </a:r>
            <a:endParaRPr lang="nb-NO" dirty="0"/>
          </a:p>
          <a:p>
            <a:r>
              <a:rPr lang="nb-NO" dirty="0"/>
              <a:t>Airport and city </a:t>
            </a:r>
            <a:r>
              <a:rPr lang="nb-NO" dirty="0" err="1"/>
              <a:t>names</a:t>
            </a:r>
            <a:r>
              <a:rPr lang="nb-NO" dirty="0"/>
              <a:t> </a:t>
            </a:r>
            <a:r>
              <a:rPr lang="nb-NO" dirty="0" err="1"/>
              <a:t>were</a:t>
            </a:r>
            <a:r>
              <a:rPr lang="nb-NO" dirty="0"/>
              <a:t> used to </a:t>
            </a:r>
            <a:r>
              <a:rPr lang="nb-NO" dirty="0" err="1"/>
              <a:t>get</a:t>
            </a:r>
            <a:r>
              <a:rPr lang="nb-NO" dirty="0"/>
              <a:t> location data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Nominatim</a:t>
            </a:r>
            <a:endParaRPr lang="nb-NO" dirty="0"/>
          </a:p>
          <a:p>
            <a:r>
              <a:rPr lang="nb-NO" dirty="0" err="1"/>
              <a:t>Distance</a:t>
            </a:r>
            <a:r>
              <a:rPr lang="nb-NO" dirty="0"/>
              <a:t> from airport to city </a:t>
            </a:r>
            <a:r>
              <a:rPr lang="nb-NO" dirty="0" err="1"/>
              <a:t>found</a:t>
            </a:r>
            <a:r>
              <a:rPr lang="nb-NO" dirty="0"/>
              <a:t> </a:t>
            </a:r>
            <a:r>
              <a:rPr lang="nb-NO" dirty="0" err="1"/>
              <a:t>using</a:t>
            </a:r>
            <a:r>
              <a:rPr lang="nb-NO" dirty="0"/>
              <a:t> </a:t>
            </a:r>
            <a:r>
              <a:rPr lang="nb-NO" dirty="0" err="1"/>
              <a:t>geopy</a:t>
            </a:r>
            <a:endParaRPr lang="nb-NO" dirty="0"/>
          </a:p>
          <a:p>
            <a:r>
              <a:rPr lang="nb-NO" dirty="0"/>
              <a:t>Regional </a:t>
            </a:r>
            <a:r>
              <a:rPr lang="nb-NO" dirty="0" err="1"/>
              <a:t>classification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 </a:t>
            </a:r>
            <a:r>
              <a:rPr lang="nb-NO" dirty="0" err="1"/>
              <a:t>was</a:t>
            </a:r>
            <a:r>
              <a:rPr lang="nb-NO" dirty="0"/>
              <a:t> </a:t>
            </a:r>
            <a:r>
              <a:rPr lang="nb-NO" dirty="0" err="1"/>
              <a:t>added</a:t>
            </a:r>
            <a:r>
              <a:rPr lang="nb-NO" dirty="0"/>
              <a:t>, </a:t>
            </a:r>
            <a:r>
              <a:rPr lang="nb-NO" dirty="0" err="1"/>
              <a:t>among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:</a:t>
            </a:r>
          </a:p>
          <a:p>
            <a:pPr lvl="1"/>
            <a:r>
              <a:rPr lang="nb-NO" dirty="0"/>
              <a:t>UN </a:t>
            </a:r>
            <a:r>
              <a:rPr lang="nb-NO" dirty="0" err="1"/>
              <a:t>immigration</a:t>
            </a:r>
            <a:r>
              <a:rPr lang="nb-NO" dirty="0"/>
              <a:t> </a:t>
            </a:r>
            <a:r>
              <a:rPr lang="nb-NO" dirty="0" err="1"/>
              <a:t>dataset</a:t>
            </a:r>
            <a:r>
              <a:rPr lang="nb-NO" dirty="0"/>
              <a:t> (from </a:t>
            </a:r>
            <a:r>
              <a:rPr lang="nb-NO" dirty="0" err="1"/>
              <a:t>the</a:t>
            </a:r>
            <a:r>
              <a:rPr lang="nb-NO" dirty="0"/>
              <a:t> data </a:t>
            </a:r>
            <a:r>
              <a:rPr lang="nb-NO" dirty="0" err="1"/>
              <a:t>visualization</a:t>
            </a:r>
            <a:r>
              <a:rPr lang="nb-NO" dirty="0"/>
              <a:t> </a:t>
            </a:r>
            <a:r>
              <a:rPr lang="nb-NO" dirty="0" err="1"/>
              <a:t>module</a:t>
            </a:r>
            <a:r>
              <a:rPr lang="nb-NO" dirty="0"/>
              <a:t>)</a:t>
            </a:r>
          </a:p>
          <a:p>
            <a:pPr lvl="1"/>
            <a:r>
              <a:rPr lang="nb-NO" dirty="0">
                <a:hlinkClick r:id="rId3"/>
              </a:rPr>
              <a:t>https://europa.eu/european-union/about-eu/countries_en#28members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12178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405F01-6F7F-4435-A290-C366B881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 </a:t>
            </a:r>
            <a:r>
              <a:rPr lang="nb-NO" dirty="0" err="1"/>
              <a:t>folium</a:t>
            </a:r>
            <a:r>
              <a:rPr lang="nb-NO" dirty="0"/>
              <a:t> </a:t>
            </a:r>
            <a:r>
              <a:rPr lang="nb-NO" dirty="0" err="1"/>
              <a:t>map</a:t>
            </a:r>
            <a:r>
              <a:rPr lang="nb-NO" dirty="0"/>
              <a:t> </a:t>
            </a:r>
            <a:r>
              <a:rPr lang="nb-NO" dirty="0" err="1"/>
              <a:t>showing</a:t>
            </a:r>
            <a:r>
              <a:rPr lang="nb-NO" dirty="0"/>
              <a:t> </a:t>
            </a:r>
            <a:r>
              <a:rPr lang="nb-NO" dirty="0" err="1"/>
              <a:t>clusters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all </a:t>
            </a:r>
            <a:r>
              <a:rPr lang="nb-NO" dirty="0" err="1"/>
              <a:t>the</a:t>
            </a:r>
            <a:r>
              <a:rPr lang="nb-NO" dirty="0"/>
              <a:t> airports (92)</a:t>
            </a:r>
          </a:p>
        </p:txBody>
      </p:sp>
      <p:pic>
        <p:nvPicPr>
          <p:cNvPr id="7" name="Plassholder for innhold 6">
            <a:extLst>
              <a:ext uri="{FF2B5EF4-FFF2-40B4-BE49-F238E27FC236}">
                <a16:creationId xmlns:a16="http://schemas.microsoft.com/office/drawing/2014/main" id="{E9132175-6866-4DE4-806E-11D9AC917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112" y="2031206"/>
            <a:ext cx="68961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3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6F288C-3E82-41F4-AFA7-555A83FA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Foursquare</a:t>
            </a:r>
            <a:r>
              <a:rPr lang="nb-NO" dirty="0"/>
              <a:t> data – </a:t>
            </a:r>
            <a:r>
              <a:rPr lang="nb-NO" dirty="0" err="1"/>
              <a:t>very</a:t>
            </a:r>
            <a:r>
              <a:rPr lang="nb-NO" dirty="0"/>
              <a:t> </a:t>
            </a:r>
            <a:r>
              <a:rPr lang="nb-NO" dirty="0" err="1"/>
              <a:t>useful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9288BBD-F9B0-4919-821E-2E25E7C6C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collected</a:t>
            </a:r>
            <a:r>
              <a:rPr lang="nb-NO" dirty="0"/>
              <a:t> </a:t>
            </a:r>
            <a:r>
              <a:rPr lang="nb-NO" dirty="0" err="1"/>
              <a:t>venue</a:t>
            </a:r>
            <a:r>
              <a:rPr lang="nb-NO" dirty="0"/>
              <a:t> </a:t>
            </a:r>
            <a:r>
              <a:rPr lang="nb-NO" dirty="0" err="1"/>
              <a:t>information</a:t>
            </a:r>
            <a:r>
              <a:rPr lang="nb-NO" dirty="0"/>
              <a:t> from </a:t>
            </a:r>
            <a:r>
              <a:rPr lang="nb-NO" dirty="0" err="1"/>
              <a:t>Foursquare</a:t>
            </a:r>
            <a:r>
              <a:rPr lang="nb-NO" dirty="0"/>
              <a:t>, and </a:t>
            </a:r>
            <a:r>
              <a:rPr lang="nb-NO" dirty="0" err="1"/>
              <a:t>searched</a:t>
            </a:r>
            <a:r>
              <a:rPr lang="nb-NO" dirty="0"/>
              <a:t> by </a:t>
            </a:r>
            <a:r>
              <a:rPr lang="nb-NO" dirty="0" err="1"/>
              <a:t>using</a:t>
            </a:r>
            <a:r>
              <a:rPr lang="nb-NO" dirty="0"/>
              <a:t> </a:t>
            </a:r>
            <a:r>
              <a:rPr lang="nb-NO" dirty="0" err="1"/>
              <a:t>unique</a:t>
            </a:r>
            <a:r>
              <a:rPr lang="nb-NO" dirty="0"/>
              <a:t> </a:t>
            </a:r>
            <a:r>
              <a:rPr lang="nb-NO" dirty="0" err="1"/>
              <a:t>category</a:t>
            </a:r>
            <a:r>
              <a:rPr lang="nb-NO" dirty="0"/>
              <a:t> Ids</a:t>
            </a:r>
          </a:p>
          <a:p>
            <a:r>
              <a:rPr lang="nb-NO" dirty="0" err="1"/>
              <a:t>Transportation</a:t>
            </a:r>
            <a:r>
              <a:rPr lang="nb-NO" dirty="0"/>
              <a:t> </a:t>
            </a:r>
            <a:r>
              <a:rPr lang="nb-NO" dirty="0" err="1"/>
              <a:t>venues</a:t>
            </a:r>
            <a:endParaRPr lang="nb-NO" dirty="0"/>
          </a:p>
          <a:p>
            <a:pPr lvl="1"/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rentals</a:t>
            </a:r>
            <a:r>
              <a:rPr lang="nb-NO" dirty="0"/>
              <a:t> – </a:t>
            </a:r>
            <a:r>
              <a:rPr lang="nb-NO" dirty="0" err="1"/>
              <a:t>whether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airports have </a:t>
            </a:r>
            <a:r>
              <a:rPr lang="nb-NO" dirty="0" err="1"/>
              <a:t>such</a:t>
            </a:r>
            <a:r>
              <a:rPr lang="nb-NO" dirty="0"/>
              <a:t> </a:t>
            </a:r>
            <a:r>
              <a:rPr lang="nb-NO" dirty="0" err="1"/>
              <a:t>businesses</a:t>
            </a:r>
            <a:r>
              <a:rPr lang="nb-NO" dirty="0"/>
              <a:t> </a:t>
            </a:r>
            <a:r>
              <a:rPr lang="nb-NO" dirty="0" err="1"/>
              <a:t>already</a:t>
            </a:r>
            <a:r>
              <a:rPr lang="nb-NO" dirty="0"/>
              <a:t> or not</a:t>
            </a:r>
          </a:p>
          <a:p>
            <a:pPr lvl="1"/>
            <a:r>
              <a:rPr lang="nb-NO" dirty="0"/>
              <a:t>Train </a:t>
            </a:r>
            <a:r>
              <a:rPr lang="nb-NO" dirty="0" err="1"/>
              <a:t>stations</a:t>
            </a:r>
            <a:endParaRPr lang="nb-NO" dirty="0"/>
          </a:p>
          <a:p>
            <a:pPr lvl="2"/>
            <a:r>
              <a:rPr lang="nb-NO" dirty="0" err="1"/>
              <a:t>Including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rail</a:t>
            </a:r>
            <a:r>
              <a:rPr lang="nb-NO" dirty="0"/>
              <a:t> </a:t>
            </a:r>
            <a:r>
              <a:rPr lang="nb-NO" dirty="0" err="1"/>
              <a:t>passenger</a:t>
            </a:r>
            <a:r>
              <a:rPr lang="nb-NO" dirty="0"/>
              <a:t> </a:t>
            </a:r>
            <a:r>
              <a:rPr lang="nb-NO" dirty="0" err="1"/>
              <a:t>transportation</a:t>
            </a:r>
            <a:r>
              <a:rPr lang="nb-NO" dirty="0"/>
              <a:t> (</a:t>
            </a:r>
            <a:r>
              <a:rPr lang="nb-NO" dirty="0" err="1"/>
              <a:t>such</a:t>
            </a:r>
            <a:r>
              <a:rPr lang="nb-NO" dirty="0"/>
              <a:t> as metro </a:t>
            </a:r>
            <a:r>
              <a:rPr lang="nb-NO" dirty="0" err="1"/>
              <a:t>stations</a:t>
            </a:r>
            <a:r>
              <a:rPr lang="nb-NO" dirty="0"/>
              <a:t>)</a:t>
            </a:r>
          </a:p>
          <a:p>
            <a:r>
              <a:rPr lang="nb-NO" dirty="0" err="1"/>
              <a:t>Selected</a:t>
            </a:r>
            <a:r>
              <a:rPr lang="nb-NO" dirty="0"/>
              <a:t> </a:t>
            </a:r>
            <a:r>
              <a:rPr lang="nb-NO" dirty="0" err="1"/>
              <a:t>venues</a:t>
            </a:r>
            <a:r>
              <a:rPr lang="nb-NO" dirty="0"/>
              <a:t> </a:t>
            </a:r>
            <a:r>
              <a:rPr lang="nb-NO" dirty="0" err="1"/>
              <a:t>near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airport</a:t>
            </a:r>
          </a:p>
          <a:p>
            <a:pPr lvl="1"/>
            <a:r>
              <a:rPr lang="nb-NO" dirty="0" err="1"/>
              <a:t>Beaches</a:t>
            </a:r>
            <a:r>
              <a:rPr lang="nb-NO" dirty="0"/>
              <a:t>, gyms, museums</a:t>
            </a:r>
          </a:p>
        </p:txBody>
      </p:sp>
    </p:spTree>
    <p:extLst>
      <p:ext uri="{BB962C8B-B14F-4D97-AF65-F5344CB8AC3E}">
        <p14:creationId xmlns:p14="http://schemas.microsoft.com/office/powerpoint/2010/main" val="68108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23E1D8F-A9F2-4BC2-B812-33F680168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Do all regions have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airports?</a:t>
            </a:r>
          </a:p>
        </p:txBody>
      </p:sp>
      <p:pic>
        <p:nvPicPr>
          <p:cNvPr id="4" name="Plassholder for innhold 3">
            <a:extLst>
              <a:ext uri="{FF2B5EF4-FFF2-40B4-BE49-F238E27FC236}">
                <a16:creationId xmlns:a16="http://schemas.microsoft.com/office/drawing/2014/main" id="{15C4FCA6-05F7-443F-9432-8B196172C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2991" y="2494096"/>
            <a:ext cx="1476375" cy="1781175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C55D1675-28F5-4A35-8AD3-84E3EE65DC75}"/>
              </a:ext>
            </a:extLst>
          </p:cNvPr>
          <p:cNvSpPr txBox="1"/>
          <p:nvPr/>
        </p:nvSpPr>
        <p:spPr>
          <a:xfrm>
            <a:off x="3556660" y="2490998"/>
            <a:ext cx="59970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Northern, Southern and Western Europe have </a:t>
            </a:r>
            <a:r>
              <a:rPr lang="nb-NO" dirty="0" err="1"/>
              <a:t>about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same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airports.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fewer</a:t>
            </a:r>
            <a:r>
              <a:rPr lang="nb-NO" dirty="0"/>
              <a:t> </a:t>
            </a:r>
            <a:r>
              <a:rPr lang="nb-NO" dirty="0" err="1"/>
              <a:t>larger</a:t>
            </a:r>
            <a:r>
              <a:rPr lang="nb-NO" dirty="0"/>
              <a:t> airports in </a:t>
            </a:r>
            <a:r>
              <a:rPr lang="nb-NO" dirty="0" err="1"/>
              <a:t>Eastern</a:t>
            </a:r>
            <a:r>
              <a:rPr lang="nb-NO" dirty="0"/>
              <a:t> Europe.</a:t>
            </a:r>
          </a:p>
          <a:p>
            <a:endParaRPr lang="nb-NO" dirty="0"/>
          </a:p>
          <a:p>
            <a:r>
              <a:rPr lang="nb-NO" dirty="0"/>
              <a:t>This </a:t>
            </a:r>
            <a:r>
              <a:rPr lang="nb-NO" dirty="0" err="1"/>
              <a:t>division</a:t>
            </a:r>
            <a:r>
              <a:rPr lang="nb-NO" dirty="0"/>
              <a:t> in EE/NE/SE/WE </a:t>
            </a:r>
            <a:r>
              <a:rPr lang="nb-NO" dirty="0" err="1"/>
              <a:t>seems</a:t>
            </a:r>
            <a:r>
              <a:rPr lang="nb-NO" dirty="0"/>
              <a:t> to be </a:t>
            </a:r>
            <a:r>
              <a:rPr lang="nb-NO" dirty="0" err="1"/>
              <a:t>the</a:t>
            </a:r>
            <a:r>
              <a:rPr lang="nb-NO" dirty="0"/>
              <a:t> best overall regional </a:t>
            </a:r>
            <a:r>
              <a:rPr lang="nb-NO" dirty="0" err="1"/>
              <a:t>division</a:t>
            </a:r>
            <a:r>
              <a:rPr lang="nb-NO" dirty="0"/>
              <a:t> for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scope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</a:t>
            </a:r>
            <a:r>
              <a:rPr lang="nb-NO" dirty="0" err="1"/>
              <a:t>project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507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>
            <a:extLst>
              <a:ext uri="{FF2B5EF4-FFF2-40B4-BE49-F238E27FC236}">
                <a16:creationId xmlns:a16="http://schemas.microsoft.com/office/drawing/2014/main" id="{C6D87FE5-19DB-4F41-946A-040B599E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49" y="475013"/>
            <a:ext cx="8145313" cy="5907974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D7044AE2-7CE4-48C9-96BA-07E0B2D0AA82}"/>
              </a:ext>
            </a:extLst>
          </p:cNvPr>
          <p:cNvSpPr txBox="1"/>
          <p:nvPr/>
        </p:nvSpPr>
        <p:spPr>
          <a:xfrm>
            <a:off x="8597735" y="475013"/>
            <a:ext cx="33742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A Seaborn pairplot </a:t>
            </a:r>
            <a:r>
              <a:rPr lang="nb-NO" dirty="0" err="1"/>
              <a:t>was</a:t>
            </a:r>
            <a:r>
              <a:rPr lang="nb-NO" dirty="0"/>
              <a:t> </a:t>
            </a:r>
            <a:r>
              <a:rPr lang="nb-NO" dirty="0" err="1"/>
              <a:t>useful</a:t>
            </a:r>
            <a:r>
              <a:rPr lang="nb-NO" dirty="0"/>
              <a:t> to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possible</a:t>
            </a:r>
            <a:r>
              <a:rPr lang="nb-NO" dirty="0"/>
              <a:t> </a:t>
            </a:r>
            <a:r>
              <a:rPr lang="nb-NO" dirty="0" err="1"/>
              <a:t>correlation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various</a:t>
            </a:r>
            <a:r>
              <a:rPr lang="nb-NO" dirty="0"/>
              <a:t> </a:t>
            </a:r>
            <a:r>
              <a:rPr lang="nb-NO" dirty="0" err="1"/>
              <a:t>features</a:t>
            </a:r>
            <a:r>
              <a:rPr lang="nb-NO" dirty="0"/>
              <a:t>. The </a:t>
            </a:r>
            <a:r>
              <a:rPr lang="nb-NO" dirty="0" err="1"/>
              <a:t>second</a:t>
            </a:r>
            <a:r>
              <a:rPr lang="nb-NO" dirty="0"/>
              <a:t> to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left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</a:t>
            </a:r>
            <a:r>
              <a:rPr lang="nb-NO" dirty="0" err="1"/>
              <a:t>row</a:t>
            </a:r>
            <a:r>
              <a:rPr lang="nb-NO" dirty="0"/>
              <a:t> shows </a:t>
            </a:r>
            <a:r>
              <a:rPr lang="nb-NO" dirty="0" err="1"/>
              <a:t>distance</a:t>
            </a:r>
            <a:r>
              <a:rPr lang="nb-NO" dirty="0"/>
              <a:t> to city vs.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bikes</a:t>
            </a:r>
            <a:r>
              <a:rPr lang="nb-NO" dirty="0"/>
              <a:t>.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none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airports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far from </a:t>
            </a:r>
            <a:r>
              <a:rPr lang="nb-NO" dirty="0" err="1"/>
              <a:t>the</a:t>
            </a:r>
            <a:r>
              <a:rPr lang="nb-NO" dirty="0"/>
              <a:t> city have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rentals</a:t>
            </a:r>
            <a:r>
              <a:rPr lang="nb-NO" dirty="0"/>
              <a:t> </a:t>
            </a:r>
            <a:r>
              <a:rPr lang="nb-NO" dirty="0" err="1"/>
              <a:t>nearby</a:t>
            </a:r>
            <a:r>
              <a:rPr lang="nb-NO" dirty="0"/>
              <a:t> (</a:t>
            </a:r>
            <a:r>
              <a:rPr lang="nb-NO" dirty="0" err="1"/>
              <a:t>blue</a:t>
            </a:r>
            <a:r>
              <a:rPr lang="nb-NO" dirty="0"/>
              <a:t> </a:t>
            </a:r>
            <a:r>
              <a:rPr lang="nb-NO" dirty="0" err="1"/>
              <a:t>dots</a:t>
            </a:r>
            <a:r>
              <a:rPr lang="nb-NO" dirty="0"/>
              <a:t> = 0 </a:t>
            </a:r>
            <a:r>
              <a:rPr lang="nb-NO" dirty="0" err="1"/>
              <a:t>bikes</a:t>
            </a:r>
            <a:r>
              <a:rPr lang="nb-NO" dirty="0"/>
              <a:t>).</a:t>
            </a:r>
          </a:p>
          <a:p>
            <a:endParaRPr lang="nb-NO" dirty="0"/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for </a:t>
            </a:r>
            <a:r>
              <a:rPr lang="nb-NO" dirty="0" err="1"/>
              <a:t>several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features</a:t>
            </a:r>
            <a:r>
              <a:rPr lang="nb-NO" dirty="0"/>
              <a:t>,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may</a:t>
            </a:r>
            <a:r>
              <a:rPr lang="nb-NO" dirty="0"/>
              <a:t> </a:t>
            </a:r>
            <a:r>
              <a:rPr lang="nb-NO" dirty="0" err="1"/>
              <a:t>seem</a:t>
            </a:r>
            <a:r>
              <a:rPr lang="nb-NO" dirty="0"/>
              <a:t> to be not a </a:t>
            </a:r>
            <a:r>
              <a:rPr lang="nb-NO" dirty="0" err="1"/>
              <a:t>strong</a:t>
            </a:r>
            <a:r>
              <a:rPr lang="nb-NO" dirty="0"/>
              <a:t> </a:t>
            </a:r>
            <a:r>
              <a:rPr lang="nb-NO" dirty="0" err="1"/>
              <a:t>correlation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74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FDEE860-B598-4323-9198-D6265BB4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4558887" cy="1049235"/>
          </a:xfrm>
        </p:spPr>
        <p:txBody>
          <a:bodyPr>
            <a:normAutofit/>
          </a:bodyPr>
          <a:lstStyle/>
          <a:p>
            <a:r>
              <a:rPr lang="nb-NO" sz="2000" dirty="0"/>
              <a:t>None </a:t>
            </a:r>
            <a:r>
              <a:rPr lang="nb-NO" sz="2000" dirty="0" err="1"/>
              <a:t>of</a:t>
            </a:r>
            <a:r>
              <a:rPr lang="nb-NO" sz="2000" dirty="0"/>
              <a:t> </a:t>
            </a:r>
            <a:r>
              <a:rPr lang="nb-NO" sz="2000" dirty="0" err="1"/>
              <a:t>the</a:t>
            </a:r>
            <a:r>
              <a:rPr lang="nb-NO" sz="2000" dirty="0"/>
              <a:t> airports in </a:t>
            </a:r>
            <a:r>
              <a:rPr lang="nb-NO" sz="2000" dirty="0" err="1"/>
              <a:t>eastern</a:t>
            </a:r>
            <a:r>
              <a:rPr lang="nb-NO" sz="2000" dirty="0"/>
              <a:t> </a:t>
            </a:r>
            <a:r>
              <a:rPr lang="nb-NO" sz="2000" dirty="0" err="1"/>
              <a:t>europe</a:t>
            </a:r>
            <a:r>
              <a:rPr lang="nb-NO" sz="2000" dirty="0"/>
              <a:t> </a:t>
            </a:r>
            <a:r>
              <a:rPr lang="nb-NO" sz="2000" dirty="0" err="1"/>
              <a:t>are</a:t>
            </a:r>
            <a:r>
              <a:rPr lang="nb-NO" sz="2000" dirty="0"/>
              <a:t> far from </a:t>
            </a:r>
            <a:r>
              <a:rPr lang="nb-NO" sz="2000" dirty="0" err="1"/>
              <a:t>the</a:t>
            </a:r>
            <a:r>
              <a:rPr lang="nb-NO" sz="2000" dirty="0"/>
              <a:t> city, in </a:t>
            </a:r>
            <a:r>
              <a:rPr lang="nb-NO" sz="2000" dirty="0" err="1"/>
              <a:t>northern</a:t>
            </a:r>
            <a:r>
              <a:rPr lang="nb-NO" sz="2000" dirty="0"/>
              <a:t> </a:t>
            </a:r>
            <a:r>
              <a:rPr lang="nb-NO" sz="2000" dirty="0" err="1"/>
              <a:t>europe</a:t>
            </a:r>
            <a:r>
              <a:rPr lang="nb-NO" sz="2000" dirty="0"/>
              <a:t>, </a:t>
            </a:r>
            <a:r>
              <a:rPr lang="nb-NO" sz="2000" dirty="0" err="1"/>
              <a:t>quite</a:t>
            </a:r>
            <a:r>
              <a:rPr lang="nb-NO" sz="2000" dirty="0"/>
              <a:t> a </a:t>
            </a:r>
            <a:r>
              <a:rPr lang="nb-NO" sz="2000" dirty="0" err="1"/>
              <a:t>few</a:t>
            </a:r>
            <a:r>
              <a:rPr lang="nb-NO" sz="2000" dirty="0"/>
              <a:t> </a:t>
            </a:r>
            <a:r>
              <a:rPr lang="nb-NO" sz="2000" dirty="0" err="1"/>
              <a:t>are</a:t>
            </a:r>
            <a:endParaRPr lang="nb-NO" sz="2000" dirty="0"/>
          </a:p>
        </p:txBody>
      </p:sp>
      <p:pic>
        <p:nvPicPr>
          <p:cNvPr id="4" name="Plassholder for innhold 3">
            <a:extLst>
              <a:ext uri="{FF2B5EF4-FFF2-40B4-BE49-F238E27FC236}">
                <a16:creationId xmlns:a16="http://schemas.microsoft.com/office/drawing/2014/main" id="{05E607F5-C7F6-4EA8-B081-5FA38D58E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57583"/>
            <a:ext cx="4193541" cy="2996955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DEB5785B-8B21-4453-909C-78D5CEEE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30" y="2057584"/>
            <a:ext cx="5017224" cy="2996955"/>
          </a:xfrm>
          <a:prstGeom prst="rect">
            <a:avLst/>
          </a:prstGeom>
        </p:spPr>
      </p:pic>
      <p:sp>
        <p:nvSpPr>
          <p:cNvPr id="7" name="Tittel 1">
            <a:extLst>
              <a:ext uri="{FF2B5EF4-FFF2-40B4-BE49-F238E27FC236}">
                <a16:creationId xmlns:a16="http://schemas.microsoft.com/office/drawing/2014/main" id="{D56F91F9-4C43-4ADB-BFCF-785DB972E9AF}"/>
              </a:ext>
            </a:extLst>
          </p:cNvPr>
          <p:cNvSpPr txBox="1">
            <a:spLocks/>
          </p:cNvSpPr>
          <p:nvPr/>
        </p:nvSpPr>
        <p:spPr>
          <a:xfrm>
            <a:off x="6322930" y="804518"/>
            <a:ext cx="455888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nb-NO" sz="2000" dirty="0"/>
              <a:t>Box plot </a:t>
            </a:r>
            <a:r>
              <a:rPr lang="nb-NO" sz="2000" dirty="0" err="1"/>
              <a:t>that</a:t>
            </a:r>
            <a:r>
              <a:rPr lang="nb-NO" sz="2000" dirty="0"/>
              <a:t> shows </a:t>
            </a:r>
            <a:r>
              <a:rPr lang="nb-NO" sz="2000" dirty="0" err="1"/>
              <a:t>how</a:t>
            </a:r>
            <a:r>
              <a:rPr lang="nb-NO" sz="2000" dirty="0"/>
              <a:t> far airports </a:t>
            </a:r>
            <a:r>
              <a:rPr lang="nb-NO" sz="2000" dirty="0" err="1"/>
              <a:t>with</a:t>
            </a:r>
            <a:r>
              <a:rPr lang="nb-NO" sz="2000" dirty="0"/>
              <a:t> </a:t>
            </a:r>
            <a:r>
              <a:rPr lang="nb-NO" sz="2000" dirty="0" err="1"/>
              <a:t>bike</a:t>
            </a:r>
            <a:r>
              <a:rPr lang="nb-NO" sz="2000" dirty="0"/>
              <a:t> </a:t>
            </a:r>
            <a:r>
              <a:rPr lang="nb-NO" sz="2000" dirty="0" err="1"/>
              <a:t>rentals</a:t>
            </a:r>
            <a:r>
              <a:rPr lang="nb-NO" sz="2000" dirty="0"/>
              <a:t> </a:t>
            </a:r>
            <a:r>
              <a:rPr lang="nb-NO" sz="2000" dirty="0" err="1"/>
              <a:t>are</a:t>
            </a:r>
            <a:r>
              <a:rPr lang="nb-NO" sz="2000" dirty="0"/>
              <a:t> from </a:t>
            </a:r>
            <a:r>
              <a:rPr lang="nb-NO" sz="2000" dirty="0" err="1"/>
              <a:t>the</a:t>
            </a:r>
            <a:r>
              <a:rPr lang="nb-NO" sz="2000" dirty="0"/>
              <a:t> </a:t>
            </a:r>
            <a:r>
              <a:rPr lang="nb-NO" sz="2000" dirty="0" err="1"/>
              <a:t>cities</a:t>
            </a:r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2582901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859487-66AF-4819-80EF-FFC9D15C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Airports in </a:t>
            </a:r>
            <a:r>
              <a:rPr lang="nb-NO" dirty="0" err="1"/>
              <a:t>nothern</a:t>
            </a:r>
            <a:r>
              <a:rPr lang="nb-NO" dirty="0"/>
              <a:t> </a:t>
            </a:r>
            <a:r>
              <a:rPr lang="nb-NO" dirty="0" err="1"/>
              <a:t>europe</a:t>
            </a:r>
            <a:r>
              <a:rPr lang="nb-NO" dirty="0"/>
              <a:t> </a:t>
            </a:r>
            <a:r>
              <a:rPr lang="nb-NO" dirty="0" err="1"/>
              <a:t>seems</a:t>
            </a:r>
            <a:r>
              <a:rPr lang="nb-NO" dirty="0"/>
              <a:t> to have less </a:t>
            </a:r>
            <a:r>
              <a:rPr lang="nb-NO" dirty="0" err="1"/>
              <a:t>venues</a:t>
            </a:r>
            <a:r>
              <a:rPr lang="nb-NO" dirty="0"/>
              <a:t> </a:t>
            </a:r>
            <a:r>
              <a:rPr lang="nb-NO" dirty="0" err="1"/>
              <a:t>near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airport</a:t>
            </a:r>
          </a:p>
        </p:txBody>
      </p:sp>
      <p:pic>
        <p:nvPicPr>
          <p:cNvPr id="4" name="Plassholder for innhold 3">
            <a:extLst>
              <a:ext uri="{FF2B5EF4-FFF2-40B4-BE49-F238E27FC236}">
                <a16:creationId xmlns:a16="http://schemas.microsoft.com/office/drawing/2014/main" id="{05031517-9DD3-4208-B77D-80403E5C0E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3681" y="2125326"/>
            <a:ext cx="5439070" cy="352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16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9FA2230-A59E-4FA6-8171-758C3096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Airports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most </a:t>
            </a:r>
            <a:r>
              <a:rPr lang="nb-NO" dirty="0" err="1"/>
              <a:t>selected</a:t>
            </a:r>
            <a:r>
              <a:rPr lang="nb-NO" dirty="0"/>
              <a:t> </a:t>
            </a:r>
            <a:r>
              <a:rPr lang="nb-NO" dirty="0" err="1"/>
              <a:t>venues</a:t>
            </a:r>
            <a:r>
              <a:rPr lang="nb-NO" dirty="0"/>
              <a:t> </a:t>
            </a:r>
            <a:r>
              <a:rPr lang="nb-NO" dirty="0" err="1"/>
              <a:t>nearby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162E333-63F6-4387-A928-CE51F6783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(</a:t>
            </a:r>
            <a:r>
              <a:rPr lang="nb-NO" dirty="0" err="1"/>
              <a:t>Insert</a:t>
            </a:r>
            <a:r>
              <a:rPr lang="nb-NO" dirty="0"/>
              <a:t> </a:t>
            </a:r>
            <a:r>
              <a:rPr lang="nb-NO" dirty="0" err="1"/>
              <a:t>table</a:t>
            </a:r>
            <a:r>
              <a:rPr lang="nb-N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7060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62EA3D-C91E-49BA-BFF4-E808C5BFC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Selecting</a:t>
            </a:r>
            <a:r>
              <a:rPr lang="nb-NO" dirty="0"/>
              <a:t> </a:t>
            </a:r>
            <a:r>
              <a:rPr lang="nb-NO" dirty="0" err="1"/>
              <a:t>weights</a:t>
            </a:r>
            <a:r>
              <a:rPr lang="nb-NO" dirty="0"/>
              <a:t> to </a:t>
            </a:r>
            <a:r>
              <a:rPr lang="nb-NO" dirty="0" err="1"/>
              <a:t>calculate</a:t>
            </a:r>
            <a:r>
              <a:rPr lang="nb-NO" dirty="0"/>
              <a:t> total score for </a:t>
            </a:r>
            <a:r>
              <a:rPr lang="nb-NO" dirty="0" err="1"/>
              <a:t>finding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most </a:t>
            </a:r>
            <a:r>
              <a:rPr lang="nb-NO" dirty="0" err="1"/>
              <a:t>attractive</a:t>
            </a:r>
            <a:r>
              <a:rPr lang="nb-NO" dirty="0"/>
              <a:t> airports	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468D0E1-F5DA-4B5B-B079-93F22C62B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718937" cy="3450613"/>
          </a:xfrm>
        </p:spPr>
        <p:txBody>
          <a:bodyPr>
            <a:normAutofit fontScale="70000" lnSpcReduction="20000"/>
          </a:bodyPr>
          <a:lstStyle/>
          <a:p>
            <a:r>
              <a:rPr lang="nb-NO" dirty="0" err="1"/>
              <a:t>We</a:t>
            </a:r>
            <a:r>
              <a:rPr lang="nb-NO" dirty="0"/>
              <a:t> used </a:t>
            </a:r>
            <a:r>
              <a:rPr lang="nb-NO" dirty="0" err="1"/>
              <a:t>the</a:t>
            </a:r>
            <a:r>
              <a:rPr lang="nb-NO" dirty="0"/>
              <a:t> z score, and </a:t>
            </a:r>
            <a:r>
              <a:rPr lang="nb-NO" dirty="0" err="1"/>
              <a:t>multiplied</a:t>
            </a:r>
            <a:r>
              <a:rPr lang="nb-NO" dirty="0"/>
              <a:t> </a:t>
            </a:r>
            <a:r>
              <a:rPr lang="nb-NO" dirty="0" err="1"/>
              <a:t>with</a:t>
            </a:r>
            <a:r>
              <a:rPr lang="nb-NO" dirty="0"/>
              <a:t> -1 </a:t>
            </a:r>
            <a:r>
              <a:rPr lang="nb-NO" dirty="0" err="1"/>
              <a:t>where</a:t>
            </a:r>
            <a:r>
              <a:rPr lang="nb-NO" dirty="0"/>
              <a:t> a </a:t>
            </a:r>
            <a:r>
              <a:rPr lang="nb-NO" dirty="0" err="1"/>
              <a:t>low</a:t>
            </a:r>
            <a:r>
              <a:rPr lang="nb-NO" dirty="0"/>
              <a:t> z score </a:t>
            </a:r>
            <a:r>
              <a:rPr lang="nb-NO" dirty="0" err="1"/>
              <a:t>was</a:t>
            </a:r>
            <a:r>
              <a:rPr lang="nb-NO" dirty="0"/>
              <a:t> </a:t>
            </a:r>
            <a:r>
              <a:rPr lang="nb-NO" dirty="0" err="1"/>
              <a:t>attractive</a:t>
            </a:r>
            <a:endParaRPr lang="nb-NO" dirty="0"/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used </a:t>
            </a:r>
            <a:r>
              <a:rPr lang="nb-NO" dirty="0" err="1"/>
              <a:t>weights</a:t>
            </a:r>
            <a:r>
              <a:rPr lang="nb-NO" dirty="0"/>
              <a:t> (0 to 10)</a:t>
            </a:r>
          </a:p>
          <a:p>
            <a:r>
              <a:rPr lang="nb-NO" dirty="0"/>
              <a:t>For </a:t>
            </a:r>
            <a:r>
              <a:rPr lang="nb-NO" dirty="0" err="1"/>
              <a:t>bikes</a:t>
            </a:r>
            <a:r>
              <a:rPr lang="nb-NO" dirty="0"/>
              <a:t> </a:t>
            </a:r>
            <a:r>
              <a:rPr lang="nb-NO" dirty="0" err="1"/>
              <a:t>we</a:t>
            </a:r>
            <a:r>
              <a:rPr lang="nb-NO" dirty="0"/>
              <a:t> gave bonus </a:t>
            </a:r>
            <a:r>
              <a:rPr lang="nb-NO" dirty="0" err="1"/>
              <a:t>points</a:t>
            </a:r>
            <a:r>
              <a:rPr lang="nb-NO" dirty="0"/>
              <a:t> </a:t>
            </a:r>
            <a:r>
              <a:rPr lang="nb-NO" dirty="0" err="1"/>
              <a:t>if</a:t>
            </a:r>
            <a:r>
              <a:rPr lang="nb-NO" dirty="0"/>
              <a:t> </a:t>
            </a:r>
            <a:r>
              <a:rPr lang="nb-NO" dirty="0" err="1"/>
              <a:t>no</a:t>
            </a:r>
            <a:r>
              <a:rPr lang="nb-NO" dirty="0"/>
              <a:t> </a:t>
            </a:r>
            <a:r>
              <a:rPr lang="nb-NO" dirty="0" err="1"/>
              <a:t>rental</a:t>
            </a:r>
            <a:r>
              <a:rPr lang="nb-NO" dirty="0"/>
              <a:t> service, to </a:t>
            </a:r>
            <a:r>
              <a:rPr lang="nb-NO" dirty="0" err="1"/>
              <a:t>increase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difference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0 and 1</a:t>
            </a:r>
          </a:p>
          <a:p>
            <a:r>
              <a:rPr lang="nb-NO" dirty="0"/>
              <a:t>For </a:t>
            </a:r>
            <a:r>
              <a:rPr lang="nb-NO" dirty="0" err="1"/>
              <a:t>trains</a:t>
            </a:r>
            <a:r>
              <a:rPr lang="nb-NO" dirty="0"/>
              <a:t> and </a:t>
            </a:r>
            <a:r>
              <a:rPr lang="nb-NO" dirty="0" err="1"/>
              <a:t>bikes</a:t>
            </a:r>
            <a:r>
              <a:rPr lang="nb-NO" dirty="0"/>
              <a:t>,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used </a:t>
            </a:r>
            <a:r>
              <a:rPr lang="nb-NO" dirty="0" err="1"/>
              <a:t>square</a:t>
            </a:r>
            <a:r>
              <a:rPr lang="nb-NO" dirty="0"/>
              <a:t> </a:t>
            </a:r>
            <a:r>
              <a:rPr lang="nb-NO" dirty="0" err="1"/>
              <a:t>values</a:t>
            </a:r>
            <a:r>
              <a:rPr lang="nb-NO" dirty="0"/>
              <a:t> to </a:t>
            </a:r>
            <a:r>
              <a:rPr lang="nb-NO" dirty="0" err="1"/>
              <a:t>reduce</a:t>
            </a:r>
            <a:r>
              <a:rPr lang="nb-NO" dirty="0"/>
              <a:t> </a:t>
            </a:r>
            <a:r>
              <a:rPr lang="nb-NO" dirty="0" err="1"/>
              <a:t>difference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1 and, </a:t>
            </a:r>
            <a:r>
              <a:rPr lang="nb-NO" dirty="0" err="1"/>
              <a:t>say</a:t>
            </a:r>
            <a:r>
              <a:rPr lang="nb-NO" dirty="0"/>
              <a:t>, 20. </a:t>
            </a:r>
          </a:p>
          <a:p>
            <a:r>
              <a:rPr lang="nb-NO" dirty="0"/>
              <a:t>The airport furthest to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north</a:t>
            </a:r>
            <a:r>
              <a:rPr lang="nb-NO" dirty="0"/>
              <a:t> </a:t>
            </a:r>
            <a:r>
              <a:rPr lang="nb-NO" dirty="0" err="1"/>
              <a:t>received</a:t>
            </a:r>
            <a:r>
              <a:rPr lang="nb-NO" dirty="0"/>
              <a:t> a </a:t>
            </a:r>
            <a:r>
              <a:rPr lang="nb-NO" dirty="0" err="1"/>
              <a:t>few</a:t>
            </a:r>
            <a:r>
              <a:rPr lang="nb-NO" dirty="0"/>
              <a:t> minus </a:t>
            </a:r>
            <a:r>
              <a:rPr lang="nb-NO" dirty="0" err="1"/>
              <a:t>points</a:t>
            </a:r>
            <a:r>
              <a:rPr lang="nb-NO" dirty="0"/>
              <a:t> </a:t>
            </a:r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5F2C6FE9-F94C-4A67-BDC5-DEFA6AF87626}"/>
              </a:ext>
            </a:extLst>
          </p:cNvPr>
          <p:cNvSpPr txBox="1">
            <a:spLocks/>
          </p:cNvSpPr>
          <p:nvPr/>
        </p:nvSpPr>
        <p:spPr>
          <a:xfrm>
            <a:off x="6253216" y="2015731"/>
            <a:ext cx="3718937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 err="1"/>
              <a:t>Weights</a:t>
            </a:r>
            <a:r>
              <a:rPr lang="nb-NO" dirty="0"/>
              <a:t> (</a:t>
            </a:r>
            <a:r>
              <a:rPr lang="nb-NO" dirty="0" err="1"/>
              <a:t>weight</a:t>
            </a:r>
            <a:r>
              <a:rPr lang="nb-NO" dirty="0"/>
              <a:t>, -1/+1):</a:t>
            </a:r>
          </a:p>
          <a:p>
            <a:pPr lvl="1"/>
            <a:r>
              <a:rPr lang="nb-NO" dirty="0" err="1"/>
              <a:t>Distance</a:t>
            </a:r>
            <a:r>
              <a:rPr lang="nb-NO" dirty="0"/>
              <a:t> (10, -1)</a:t>
            </a:r>
          </a:p>
          <a:p>
            <a:pPr lvl="1"/>
            <a:r>
              <a:rPr lang="nb-NO" dirty="0"/>
              <a:t>No.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passengers</a:t>
            </a:r>
            <a:r>
              <a:rPr lang="nb-NO" dirty="0"/>
              <a:t> (3,1)</a:t>
            </a:r>
          </a:p>
          <a:p>
            <a:pPr lvl="1"/>
            <a:r>
              <a:rPr lang="nb-NO" dirty="0" err="1"/>
              <a:t>Increased</a:t>
            </a:r>
            <a:r>
              <a:rPr lang="nb-NO" dirty="0"/>
              <a:t> </a:t>
            </a:r>
            <a:r>
              <a:rPr lang="nb-NO" dirty="0" err="1"/>
              <a:t>traffic</a:t>
            </a:r>
            <a:r>
              <a:rPr lang="nb-NO" dirty="0"/>
              <a:t> (3,1)</a:t>
            </a:r>
          </a:p>
          <a:p>
            <a:pPr lvl="1"/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rentals</a:t>
            </a:r>
            <a:r>
              <a:rPr lang="nb-NO" dirty="0"/>
              <a:t> (5, -1) *</a:t>
            </a:r>
            <a:r>
              <a:rPr lang="nb-NO" dirty="0" err="1"/>
              <a:t>adjusted</a:t>
            </a:r>
            <a:endParaRPr lang="nb-NO" dirty="0"/>
          </a:p>
          <a:p>
            <a:pPr lvl="1"/>
            <a:r>
              <a:rPr lang="nb-NO" dirty="0"/>
              <a:t>Trains (1,1) *</a:t>
            </a:r>
            <a:r>
              <a:rPr lang="nb-NO" dirty="0" err="1"/>
              <a:t>adjusted</a:t>
            </a:r>
            <a:endParaRPr lang="nb-NO" dirty="0"/>
          </a:p>
          <a:p>
            <a:pPr lvl="1"/>
            <a:r>
              <a:rPr lang="nb-NO" dirty="0" err="1"/>
              <a:t>Venues</a:t>
            </a:r>
            <a:r>
              <a:rPr lang="nb-NO" dirty="0"/>
              <a:t> (3,1)</a:t>
            </a:r>
          </a:p>
          <a:p>
            <a:r>
              <a:rPr lang="nb-NO" dirty="0"/>
              <a:t>The </a:t>
            </a:r>
            <a:r>
              <a:rPr lang="nb-NO" dirty="0" err="1"/>
              <a:t>weights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easily</a:t>
            </a:r>
            <a:r>
              <a:rPr lang="nb-NO" dirty="0"/>
              <a:t> be </a:t>
            </a:r>
            <a:r>
              <a:rPr lang="nb-NO" dirty="0" err="1"/>
              <a:t>adjusted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31667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CCC2F5F-09F3-4C5E-BD5A-FF3EE445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Best </a:t>
            </a:r>
            <a:r>
              <a:rPr lang="nb-NO" dirty="0" err="1"/>
              <a:t>countries</a:t>
            </a:r>
            <a:r>
              <a:rPr lang="nb-NO" dirty="0"/>
              <a:t> to start </a:t>
            </a:r>
            <a:r>
              <a:rPr lang="nb-NO" dirty="0" err="1"/>
              <a:t>rental</a:t>
            </a:r>
            <a:r>
              <a:rPr lang="nb-NO" dirty="0"/>
              <a:t> business – total country score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top</a:t>
            </a:r>
            <a:r>
              <a:rPr lang="nb-NO" dirty="0"/>
              <a:t> 30 airports</a:t>
            </a:r>
          </a:p>
        </p:txBody>
      </p:sp>
      <p:pic>
        <p:nvPicPr>
          <p:cNvPr id="4" name="Plassholder for innhold 3">
            <a:extLst>
              <a:ext uri="{FF2B5EF4-FFF2-40B4-BE49-F238E27FC236}">
                <a16:creationId xmlns:a16="http://schemas.microsoft.com/office/drawing/2014/main" id="{25908E26-B9DE-4442-8A86-48CE90162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5873" y="2016125"/>
            <a:ext cx="5794578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09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lassholder for innhold 3">
            <a:extLst>
              <a:ext uri="{FF2B5EF4-FFF2-40B4-BE49-F238E27FC236}">
                <a16:creationId xmlns:a16="http://schemas.microsoft.com/office/drawing/2014/main" id="{98E8A23B-EB2A-4A5E-9AA2-A342B3DCB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358" y="1046375"/>
            <a:ext cx="5873642" cy="5292398"/>
          </a:xfrm>
          <a:prstGeom prst="rect">
            <a:avLst/>
          </a:prstGeom>
        </p:spPr>
      </p:pic>
      <p:sp>
        <p:nvSpPr>
          <p:cNvPr id="5" name="TekstSylinder 4">
            <a:extLst>
              <a:ext uri="{FF2B5EF4-FFF2-40B4-BE49-F238E27FC236}">
                <a16:creationId xmlns:a16="http://schemas.microsoft.com/office/drawing/2014/main" id="{13CECEA5-EBF3-4CE7-8380-FD8DA0582967}"/>
              </a:ext>
            </a:extLst>
          </p:cNvPr>
          <p:cNvSpPr txBox="1"/>
          <p:nvPr/>
        </p:nvSpPr>
        <p:spPr>
          <a:xfrm>
            <a:off x="6515997" y="1859339"/>
            <a:ext cx="4522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The airports </a:t>
            </a:r>
            <a:r>
              <a:rPr lang="nb-NO" dirty="0" err="1"/>
              <a:t>with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lowest</a:t>
            </a:r>
            <a:r>
              <a:rPr lang="nb-NO" dirty="0"/>
              <a:t> score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light</a:t>
            </a:r>
            <a:r>
              <a:rPr lang="nb-NO" dirty="0"/>
              <a:t> gray. </a:t>
            </a:r>
            <a:r>
              <a:rPr lang="nb-NO" dirty="0" err="1"/>
              <a:t>Then</a:t>
            </a:r>
            <a:r>
              <a:rPr lang="nb-NO" dirty="0"/>
              <a:t> </a:t>
            </a:r>
            <a:r>
              <a:rPr lang="nb-NO" dirty="0" err="1"/>
              <a:t>comes</a:t>
            </a:r>
            <a:r>
              <a:rPr lang="nb-NO" dirty="0"/>
              <a:t> </a:t>
            </a:r>
            <a:r>
              <a:rPr lang="nb-NO" dirty="0" err="1"/>
              <a:t>dark</a:t>
            </a:r>
            <a:r>
              <a:rPr lang="nb-NO" dirty="0"/>
              <a:t> gray, </a:t>
            </a:r>
            <a:r>
              <a:rPr lang="nb-NO" dirty="0" err="1"/>
              <a:t>black</a:t>
            </a:r>
            <a:r>
              <a:rPr lang="nb-NO" dirty="0"/>
              <a:t>, </a:t>
            </a:r>
            <a:r>
              <a:rPr lang="nb-NO" dirty="0" err="1"/>
              <a:t>light</a:t>
            </a:r>
            <a:r>
              <a:rPr lang="nb-NO" dirty="0"/>
              <a:t> green, </a:t>
            </a:r>
            <a:r>
              <a:rPr lang="nb-NO" dirty="0" err="1"/>
              <a:t>dark</a:t>
            </a:r>
            <a:r>
              <a:rPr lang="nb-NO" dirty="0"/>
              <a:t> green and </a:t>
            </a:r>
            <a:r>
              <a:rPr lang="nb-NO" dirty="0" err="1"/>
              <a:t>large</a:t>
            </a:r>
            <a:r>
              <a:rPr lang="nb-NO" dirty="0"/>
              <a:t> </a:t>
            </a:r>
            <a:r>
              <a:rPr lang="nb-NO" dirty="0" err="1"/>
              <a:t>dark</a:t>
            </a:r>
            <a:r>
              <a:rPr lang="nb-NO" dirty="0"/>
              <a:t> green.</a:t>
            </a:r>
          </a:p>
          <a:p>
            <a:endParaRPr lang="nb-NO" dirty="0"/>
          </a:p>
          <a:p>
            <a:r>
              <a:rPr lang="nb-NO" dirty="0"/>
              <a:t>The </a:t>
            </a:r>
            <a:r>
              <a:rPr lang="nb-NO" dirty="0" err="1"/>
              <a:t>top</a:t>
            </a:r>
            <a:r>
              <a:rPr lang="nb-NO" dirty="0"/>
              <a:t> airports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dark</a:t>
            </a:r>
            <a:r>
              <a:rPr lang="nb-NO" dirty="0"/>
              <a:t> green </a:t>
            </a:r>
            <a:r>
              <a:rPr lang="nb-NO" dirty="0" err="1"/>
              <a:t>that</a:t>
            </a:r>
            <a:r>
              <a:rPr lang="nb-NO" dirty="0"/>
              <a:t> has a </a:t>
            </a:r>
            <a:r>
              <a:rPr lang="nb-NO" dirty="0" err="1"/>
              <a:t>cloud</a:t>
            </a:r>
            <a:r>
              <a:rPr lang="nb-NO" dirty="0"/>
              <a:t> marker as </a:t>
            </a:r>
            <a:r>
              <a:rPr lang="nb-NO" dirty="0" err="1"/>
              <a:t>well</a:t>
            </a:r>
            <a:r>
              <a:rPr lang="nb-NO" dirty="0"/>
              <a:t>.</a:t>
            </a:r>
          </a:p>
          <a:p>
            <a:endParaRPr lang="nb-NO" dirty="0"/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Italy</a:t>
            </a:r>
            <a:r>
              <a:rPr lang="nb-NO" dirty="0"/>
              <a:t> </a:t>
            </a:r>
            <a:r>
              <a:rPr lang="nb-NO" dirty="0" err="1"/>
              <a:t>might</a:t>
            </a:r>
            <a:r>
              <a:rPr lang="nb-NO" dirty="0"/>
              <a:t> be </a:t>
            </a:r>
            <a:r>
              <a:rPr lang="nb-NO" dirty="0" err="1"/>
              <a:t>the</a:t>
            </a:r>
            <a:r>
              <a:rPr lang="nb-NO" dirty="0"/>
              <a:t> best country to </a:t>
            </a:r>
            <a:r>
              <a:rPr lang="nb-NO" dirty="0" err="1"/>
              <a:t>establish</a:t>
            </a:r>
            <a:r>
              <a:rPr lang="nb-NO" dirty="0"/>
              <a:t> </a:t>
            </a:r>
            <a:r>
              <a:rPr lang="nb-NO" dirty="0" err="1"/>
              <a:t>rental</a:t>
            </a:r>
            <a:r>
              <a:rPr lang="nb-NO" dirty="0"/>
              <a:t> </a:t>
            </a:r>
            <a:r>
              <a:rPr lang="nb-NO" dirty="0" err="1"/>
              <a:t>businesses</a:t>
            </a:r>
            <a:r>
              <a:rPr lang="nb-NO" dirty="0"/>
              <a:t>. 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a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other</a:t>
            </a:r>
            <a:r>
              <a:rPr lang="nb-NO" dirty="0"/>
              <a:t> airports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could</a:t>
            </a:r>
            <a:r>
              <a:rPr lang="nb-NO" dirty="0"/>
              <a:t> be </a:t>
            </a:r>
            <a:r>
              <a:rPr lang="nb-NO" dirty="0" err="1"/>
              <a:t>really</a:t>
            </a:r>
            <a:r>
              <a:rPr lang="nb-NO" dirty="0"/>
              <a:t> </a:t>
            </a:r>
            <a:r>
              <a:rPr lang="nb-NO" dirty="0" err="1"/>
              <a:t>interesting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480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C0892C1-5E51-45D9-9A45-77818B94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Conclusion</a:t>
            </a:r>
            <a:r>
              <a:rPr lang="nb-NO" dirty="0"/>
              <a:t> and </a:t>
            </a:r>
            <a:r>
              <a:rPr lang="nb-NO" dirty="0" err="1"/>
              <a:t>direction</a:t>
            </a:r>
            <a:r>
              <a:rPr lang="nb-NO" dirty="0"/>
              <a:t> for </a:t>
            </a:r>
            <a:r>
              <a:rPr lang="nb-NO" dirty="0" err="1"/>
              <a:t>future</a:t>
            </a:r>
            <a:r>
              <a:rPr lang="nb-NO" dirty="0"/>
              <a:t> </a:t>
            </a:r>
            <a:r>
              <a:rPr lang="nb-NO" dirty="0" err="1"/>
              <a:t>work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C1EAB22-201B-427A-8B61-E7049E75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</a:t>
            </a:r>
            <a:r>
              <a:rPr lang="nb-NO" dirty="0" err="1"/>
              <a:t>substatial</a:t>
            </a:r>
            <a:r>
              <a:rPr lang="nb-NO" dirty="0"/>
              <a:t> </a:t>
            </a:r>
            <a:r>
              <a:rPr lang="nb-NO" dirty="0" err="1"/>
              <a:t>differences</a:t>
            </a:r>
            <a:r>
              <a:rPr lang="nb-NO" dirty="0"/>
              <a:t> </a:t>
            </a:r>
            <a:r>
              <a:rPr lang="nb-NO" dirty="0" err="1"/>
              <a:t>among</a:t>
            </a:r>
            <a:r>
              <a:rPr lang="nb-NO" dirty="0"/>
              <a:t> European </a:t>
            </a:r>
            <a:r>
              <a:rPr lang="nb-NO" dirty="0" err="1"/>
              <a:t>aiports</a:t>
            </a:r>
            <a:r>
              <a:rPr lang="nb-NO" dirty="0"/>
              <a:t>, and </a:t>
            </a:r>
            <a:r>
              <a:rPr lang="nb-NO" dirty="0" err="1"/>
              <a:t>also</a:t>
            </a:r>
            <a:r>
              <a:rPr lang="nb-NO" dirty="0"/>
              <a:t> </a:t>
            </a:r>
            <a:r>
              <a:rPr lang="nb-NO" dirty="0" err="1"/>
              <a:t>differences</a:t>
            </a:r>
            <a:r>
              <a:rPr lang="nb-NO" dirty="0"/>
              <a:t> </a:t>
            </a:r>
            <a:r>
              <a:rPr lang="nb-NO" dirty="0" err="1"/>
              <a:t>between</a:t>
            </a:r>
            <a:r>
              <a:rPr lang="nb-NO" dirty="0"/>
              <a:t> regions. </a:t>
            </a:r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seem</a:t>
            </a:r>
            <a:r>
              <a:rPr lang="nb-NO" dirty="0"/>
              <a:t> to be a </a:t>
            </a:r>
            <a:r>
              <a:rPr lang="nb-NO" dirty="0" err="1"/>
              <a:t>number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airport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could</a:t>
            </a:r>
            <a:r>
              <a:rPr lang="nb-NO" dirty="0"/>
              <a:t> be </a:t>
            </a:r>
            <a:r>
              <a:rPr lang="nb-NO" dirty="0" err="1"/>
              <a:t>good</a:t>
            </a:r>
            <a:r>
              <a:rPr lang="nb-NO" dirty="0"/>
              <a:t> </a:t>
            </a:r>
            <a:r>
              <a:rPr lang="nb-NO" dirty="0" err="1"/>
              <a:t>places</a:t>
            </a:r>
            <a:r>
              <a:rPr lang="nb-NO" dirty="0"/>
              <a:t> to start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</a:t>
            </a:r>
            <a:r>
              <a:rPr lang="nb-NO" dirty="0"/>
              <a:t> </a:t>
            </a:r>
            <a:r>
              <a:rPr lang="nb-NO" dirty="0" err="1"/>
              <a:t>businesses</a:t>
            </a:r>
            <a:r>
              <a:rPr lang="nb-NO" dirty="0"/>
              <a:t>, 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also</a:t>
            </a:r>
            <a:r>
              <a:rPr lang="nb-NO" dirty="0"/>
              <a:t> airport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this</a:t>
            </a:r>
            <a:r>
              <a:rPr lang="nb-NO" dirty="0"/>
              <a:t> is </a:t>
            </a:r>
            <a:r>
              <a:rPr lang="nb-NO" dirty="0" err="1"/>
              <a:t>probably</a:t>
            </a:r>
            <a:r>
              <a:rPr lang="nb-NO" dirty="0"/>
              <a:t> a bad </a:t>
            </a:r>
            <a:r>
              <a:rPr lang="nb-NO" dirty="0" err="1"/>
              <a:t>idea</a:t>
            </a:r>
            <a:r>
              <a:rPr lang="nb-NO" dirty="0"/>
              <a:t>.</a:t>
            </a:r>
          </a:p>
          <a:p>
            <a:r>
              <a:rPr lang="nb-NO" dirty="0" err="1"/>
              <a:t>There</a:t>
            </a:r>
            <a:r>
              <a:rPr lang="nb-NO" dirty="0"/>
              <a:t> </a:t>
            </a:r>
            <a:r>
              <a:rPr lang="nb-NO" dirty="0" err="1"/>
              <a:t>seem</a:t>
            </a:r>
            <a:r>
              <a:rPr lang="nb-NO" dirty="0"/>
              <a:t> to be </a:t>
            </a:r>
            <a:r>
              <a:rPr lang="nb-NO" dirty="0" err="1"/>
              <a:t>various</a:t>
            </a:r>
            <a:r>
              <a:rPr lang="nb-NO" dirty="0"/>
              <a:t> «</a:t>
            </a:r>
            <a:r>
              <a:rPr lang="nb-NO" dirty="0" err="1"/>
              <a:t>open</a:t>
            </a:r>
            <a:r>
              <a:rPr lang="nb-NO" dirty="0"/>
              <a:t> data» </a:t>
            </a:r>
            <a:r>
              <a:rPr lang="nb-NO" dirty="0" err="1"/>
              <a:t>sites</a:t>
            </a:r>
            <a:r>
              <a:rPr lang="nb-NO" dirty="0"/>
              <a:t> (</a:t>
            </a:r>
            <a:r>
              <a:rPr lang="nb-NO" dirty="0" err="1"/>
              <a:t>but</a:t>
            </a:r>
            <a:r>
              <a:rPr lang="nb-NO" dirty="0"/>
              <a:t> </a:t>
            </a:r>
            <a:r>
              <a:rPr lang="nb-NO" dirty="0" err="1"/>
              <a:t>that</a:t>
            </a:r>
            <a:r>
              <a:rPr lang="nb-NO" dirty="0"/>
              <a:t> </a:t>
            </a:r>
            <a:r>
              <a:rPr lang="nb-NO" dirty="0" err="1"/>
              <a:t>may</a:t>
            </a:r>
            <a:r>
              <a:rPr lang="nb-NO" dirty="0"/>
              <a:t> be less </a:t>
            </a:r>
            <a:r>
              <a:rPr lang="nb-NO" dirty="0" err="1"/>
              <a:t>available</a:t>
            </a:r>
            <a:r>
              <a:rPr lang="nb-NO" dirty="0"/>
              <a:t> due to </a:t>
            </a:r>
            <a:r>
              <a:rPr lang="nb-NO" dirty="0" err="1"/>
              <a:t>fragmentation</a:t>
            </a:r>
            <a:r>
              <a:rPr lang="nb-NO" dirty="0"/>
              <a:t>, different </a:t>
            </a:r>
            <a:r>
              <a:rPr lang="nb-NO" dirty="0" err="1"/>
              <a:t>languages</a:t>
            </a:r>
            <a:r>
              <a:rPr lang="nb-NO" dirty="0"/>
              <a:t> and more). </a:t>
            </a:r>
          </a:p>
          <a:p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a rapid </a:t>
            </a:r>
            <a:r>
              <a:rPr lang="nb-NO" dirty="0" err="1"/>
              <a:t>development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e-scooters/e-</a:t>
            </a:r>
            <a:r>
              <a:rPr lang="nb-NO" dirty="0" err="1"/>
              <a:t>bikes</a:t>
            </a:r>
            <a:r>
              <a:rPr lang="nb-NO" dirty="0"/>
              <a:t>. Over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next</a:t>
            </a:r>
            <a:r>
              <a:rPr lang="nb-NO" dirty="0"/>
              <a:t> </a:t>
            </a:r>
            <a:r>
              <a:rPr lang="nb-NO" dirty="0" err="1"/>
              <a:t>months</a:t>
            </a:r>
            <a:r>
              <a:rPr lang="nb-NO" dirty="0"/>
              <a:t>/</a:t>
            </a:r>
            <a:r>
              <a:rPr lang="nb-NO" dirty="0" err="1"/>
              <a:t>years</a:t>
            </a:r>
            <a:r>
              <a:rPr lang="nb-NO" dirty="0"/>
              <a:t> </a:t>
            </a:r>
            <a:r>
              <a:rPr lang="nb-NO" dirty="0" err="1"/>
              <a:t>much</a:t>
            </a:r>
            <a:r>
              <a:rPr lang="nb-NO" dirty="0"/>
              <a:t> </a:t>
            </a:r>
            <a:r>
              <a:rPr lang="nb-NO" dirty="0" err="1"/>
              <a:t>will</a:t>
            </a:r>
            <a:r>
              <a:rPr lang="nb-NO" dirty="0"/>
              <a:t> </a:t>
            </a:r>
            <a:r>
              <a:rPr lang="nb-NO" dirty="0" err="1"/>
              <a:t>happen</a:t>
            </a:r>
            <a:r>
              <a:rPr lang="nb-NO" dirty="0"/>
              <a:t>, and </a:t>
            </a:r>
            <a:r>
              <a:rPr lang="nb-NO" dirty="0" err="1"/>
              <a:t>we</a:t>
            </a:r>
            <a:r>
              <a:rPr lang="nb-NO" dirty="0"/>
              <a:t> </a:t>
            </a:r>
            <a:r>
              <a:rPr lang="nb-NO" dirty="0" err="1"/>
              <a:t>would</a:t>
            </a:r>
            <a:r>
              <a:rPr lang="nb-NO" dirty="0"/>
              <a:t> </a:t>
            </a:r>
            <a:r>
              <a:rPr lang="nb-NO" dirty="0" err="1"/>
              <a:t>then</a:t>
            </a:r>
            <a:r>
              <a:rPr lang="nb-NO" dirty="0"/>
              <a:t> have a lot more data to </a:t>
            </a:r>
            <a:r>
              <a:rPr lang="nb-NO" dirty="0" err="1"/>
              <a:t>analyze</a:t>
            </a:r>
            <a:r>
              <a:rPr lang="nb-NO" dirty="0"/>
              <a:t> and </a:t>
            </a:r>
            <a:r>
              <a:rPr lang="nb-NO" dirty="0" err="1"/>
              <a:t>apply</a:t>
            </a:r>
            <a:r>
              <a:rPr lang="nb-NO" dirty="0"/>
              <a:t> </a:t>
            </a:r>
            <a:r>
              <a:rPr lang="nb-NO" dirty="0" err="1"/>
              <a:t>machine</a:t>
            </a:r>
            <a:r>
              <a:rPr lang="nb-NO" dirty="0"/>
              <a:t> </a:t>
            </a:r>
            <a:r>
              <a:rPr lang="nb-NO" dirty="0" err="1"/>
              <a:t>learning</a:t>
            </a:r>
            <a:r>
              <a:rPr lang="nb-NO" dirty="0"/>
              <a:t> </a:t>
            </a:r>
            <a:r>
              <a:rPr lang="nb-NO" dirty="0" err="1"/>
              <a:t>techniques</a:t>
            </a:r>
            <a:r>
              <a:rPr lang="nb-NO" dirty="0"/>
              <a:t> to.</a:t>
            </a:r>
          </a:p>
          <a:p>
            <a:r>
              <a:rPr lang="nb-NO" dirty="0" err="1"/>
              <a:t>Furhter</a:t>
            </a:r>
            <a:r>
              <a:rPr lang="nb-NO" dirty="0"/>
              <a:t> studies </a:t>
            </a:r>
            <a:r>
              <a:rPr lang="nb-NO" dirty="0" err="1"/>
              <a:t>would</a:t>
            </a:r>
            <a:r>
              <a:rPr lang="nb-NO" dirty="0"/>
              <a:t> have to be </a:t>
            </a:r>
            <a:r>
              <a:rPr lang="nb-NO" dirty="0" err="1"/>
              <a:t>made</a:t>
            </a:r>
            <a:r>
              <a:rPr lang="nb-NO" dirty="0"/>
              <a:t> </a:t>
            </a:r>
            <a:r>
              <a:rPr lang="nb-NO" dirty="0" err="1"/>
              <a:t>before</a:t>
            </a:r>
            <a:r>
              <a:rPr lang="nb-NO" dirty="0"/>
              <a:t> </a:t>
            </a:r>
            <a:r>
              <a:rPr lang="nb-NO" dirty="0" err="1"/>
              <a:t>one</a:t>
            </a:r>
            <a:r>
              <a:rPr lang="nb-NO" dirty="0"/>
              <a:t> </a:t>
            </a:r>
            <a:r>
              <a:rPr lang="nb-NO" dirty="0" err="1"/>
              <a:t>could</a:t>
            </a:r>
            <a:r>
              <a:rPr lang="nb-NO" dirty="0"/>
              <a:t> </a:t>
            </a:r>
            <a:r>
              <a:rPr lang="nb-NO" dirty="0" err="1"/>
              <a:t>conclude</a:t>
            </a:r>
            <a:r>
              <a:rPr lang="nb-NO" dirty="0"/>
              <a:t> </a:t>
            </a:r>
            <a:r>
              <a:rPr lang="nb-NO" dirty="0" err="1"/>
              <a:t>what</a:t>
            </a:r>
            <a:r>
              <a:rPr lang="nb-NO" dirty="0"/>
              <a:t> airports/ </a:t>
            </a:r>
            <a:r>
              <a:rPr lang="nb-NO" dirty="0" err="1"/>
              <a:t>countries</a:t>
            </a:r>
            <a:r>
              <a:rPr lang="nb-NO" dirty="0"/>
              <a:t> </a:t>
            </a:r>
            <a:r>
              <a:rPr lang="nb-NO" dirty="0" err="1"/>
              <a:t>are</a:t>
            </a:r>
            <a:r>
              <a:rPr lang="nb-NO" dirty="0"/>
              <a:t> best for </a:t>
            </a:r>
            <a:r>
              <a:rPr lang="nb-NO" dirty="0" err="1"/>
              <a:t>bike</a:t>
            </a:r>
            <a:r>
              <a:rPr lang="nb-NO" dirty="0"/>
              <a:t> </a:t>
            </a:r>
            <a:r>
              <a:rPr lang="nb-NO" dirty="0" err="1"/>
              <a:t>rentals</a:t>
            </a:r>
            <a:r>
              <a:rPr lang="nb-NO" dirty="0"/>
              <a:t>. </a:t>
            </a:r>
            <a:r>
              <a:rPr lang="nb-NO" dirty="0" err="1"/>
              <a:t>Other</a:t>
            </a:r>
            <a:r>
              <a:rPr lang="nb-NO" dirty="0"/>
              <a:t> </a:t>
            </a:r>
            <a:r>
              <a:rPr lang="nb-NO" dirty="0" err="1"/>
              <a:t>factors</a:t>
            </a:r>
            <a:r>
              <a:rPr lang="nb-NO" dirty="0"/>
              <a:t> (</a:t>
            </a:r>
            <a:r>
              <a:rPr lang="nb-NO" dirty="0" err="1"/>
              <a:t>such</a:t>
            </a:r>
            <a:r>
              <a:rPr lang="nb-NO" dirty="0"/>
              <a:t> as </a:t>
            </a:r>
            <a:r>
              <a:rPr lang="nb-NO" dirty="0" err="1"/>
              <a:t>regulation</a:t>
            </a:r>
            <a:r>
              <a:rPr lang="nb-NO" dirty="0"/>
              <a:t>) </a:t>
            </a:r>
            <a:r>
              <a:rPr lang="nb-NO" dirty="0" err="1"/>
              <a:t>could</a:t>
            </a:r>
            <a:r>
              <a:rPr lang="nb-NO" dirty="0"/>
              <a:t> be </a:t>
            </a:r>
            <a:r>
              <a:rPr lang="nb-NO" dirty="0" err="1"/>
              <a:t>important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03689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i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100</TotalTime>
  <Words>842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Galleri</vt:lpstr>
      <vt:lpstr>Starting a bike rental business</vt:lpstr>
      <vt:lpstr>Airline travel – both fast and slow</vt:lpstr>
      <vt:lpstr>Data acquisition and cleaning</vt:lpstr>
      <vt:lpstr>A folium map showing clusters with all the airports (92)</vt:lpstr>
      <vt:lpstr>Foursquare data – very useful</vt:lpstr>
      <vt:lpstr>Do all regions have about the same number of airports?</vt:lpstr>
      <vt:lpstr>PowerPoint-presentasjon</vt:lpstr>
      <vt:lpstr>None of the airports in eastern europe are far from the city, in northern europe, quite a few are</vt:lpstr>
      <vt:lpstr>Airports in nothern europe seems to have less venues near the airport</vt:lpstr>
      <vt:lpstr>Airports with the most selected venues nearby</vt:lpstr>
      <vt:lpstr>Selecting weights to calculate total score for finding the most attractive airports </vt:lpstr>
      <vt:lpstr>Best countries to start rental business – total country score of top 30 airports</vt:lpstr>
      <vt:lpstr>PowerPoint-presentasjon</vt:lpstr>
      <vt:lpstr>Conclusion and direction for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Starting a bike rental business</dc:title>
  <dc:creator>Øystein Sundsbø</dc:creator>
  <cp:lastModifiedBy>Øystein Sundsbø</cp:lastModifiedBy>
  <cp:revision>13</cp:revision>
  <dcterms:created xsi:type="dcterms:W3CDTF">2019-08-28T18:24:35Z</dcterms:created>
  <dcterms:modified xsi:type="dcterms:W3CDTF">2019-08-28T20:05:20Z</dcterms:modified>
</cp:coreProperties>
</file>